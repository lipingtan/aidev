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243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企业本体论（Ontology）架构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D4AF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AI Agent 落地方法论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以大型防水材料集团产销数字化转型为例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840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产销协同痛点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本体层核心理念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六层架构 + </a:t>
            </a:r>
            <a:r>
              <a:rPr lang="en-US" sz="11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语义层：对象与关系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语义层：业务规则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数据映射与实例化层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功能层：可执行动作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治理侧柱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接口层 + AI Agent 适配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应用层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0" y="1097280"/>
            <a:ext cx="3840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持续学习闭环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本体层 vs DDD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AI Agent 三种落地方式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推荐实施组合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AI Agent 场景演示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实施路线图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成功关键 &amp; 陷阱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ROI 与衡量指标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行动建议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Q&amp;A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企业本体论架构 × AI Agent 落地方法论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大型防水材料集团产销数字化痛点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业务背景与核心挑战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业务背景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集团具备制造+分销+项目交付能力，多个供货组织（工厂）和销售组织并存。已上线 ERP、MES、WMS、经销商系统，但产销协同仍高度依赖人工和 Excel。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货主与销售组织混淆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2984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库存归属不清，供货关系依赖人工判断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6276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数据孤岛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同一批次在不同系统状态描述不一致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21579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语义不一致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3591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销售、生产、仓库对同一对象理解不同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26883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公司间</a:t>
            </a:r>
            <a:r>
              <a:rPr lang="zh-CN" alt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关联</a:t>
            </a:r>
            <a:r>
              <a:rPr lang="en-US" sz="1200" b="1" dirty="0" err="1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交易</a:t>
            </a:r>
            <a:r>
              <a:rPr lang="zh-CN" alt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管理低效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8895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关联交易价格/额度/资格散落多系统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32186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产销计划脱节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4198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销售接单与生产释放不同步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37490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难以落地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9502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模型结果无法直接驱动业务动作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企业本体论架构 × AI Agent 落地方法论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本体层核心理念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 DB Schema，不是重做 DDD，是"写给 AI 的领域模型"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需要的不是数据库 Schema，而是一份业务语义描述——告诉它“这个世界里有什么东西、它们之间怎么关联、能对它们做什么操作”。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208483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数据库 Schema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DDD 聚合根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本体层（Ontology）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服务对象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DBA / 开发者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代码系统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 + 人 + 系统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关注点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字段、索引、约束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数据一致性边界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语义理解、关系认知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关系表达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外键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聚合间只用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所有关系显式 + 语义描述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规则表达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/ 触发器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领域服务代码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自然语言 + 推荐动作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操作表达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/ Method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带意图描述的 Tool Schema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本体层 ⊃ DDD 领域模型 ⊃ 聚合根     |     如果 DDD 做得好，本体层 = 在 DDD 上加一层语义标注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企业本体论架构 × AI Agent 落地方法论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六层核心架构 + </a:t>
            </a:r>
            <a:r>
              <a:rPr lang="en-US" sz="2200" b="1" dirty="0" err="1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治理</a:t>
            </a:r>
            <a:r>
              <a:rPr lang="zh-CN" alt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层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产销业务本体论完整架构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71600" y="4023360"/>
            <a:ext cx="5943600" cy="438912"/>
          </a:xfrm>
          <a:prstGeom prst="rect">
            <a:avLst/>
          </a:prstGeom>
          <a:solidFill>
            <a:srgbClr val="0B234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554480" y="40233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语义层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0" y="40233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对象类型 + 关系 + 业务规则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3511296"/>
            <a:ext cx="5943600" cy="43891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554480" y="351129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数据映射与实例化层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351129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多源系统 → 统一对象实例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0" y="2999232"/>
            <a:ext cx="5943600" cy="438912"/>
          </a:xfrm>
          <a:prstGeom prst="rect">
            <a:avLst/>
          </a:prstGeom>
          <a:solidFill>
            <a:srgbClr val="2B4C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554480" y="29992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功能层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299923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可执行的业务 Actions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71600" y="2487168"/>
            <a:ext cx="5943600" cy="438912"/>
          </a:xfrm>
          <a:prstGeom prst="rect">
            <a:avLst/>
          </a:prstGeom>
          <a:solidFill>
            <a:srgbClr val="365E8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554480" y="24871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接口层 + AI Agent 适配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24871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/ Tool Schema / 三种落地方式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371600" y="1975104"/>
            <a:ext cx="5943600" cy="438912"/>
          </a:xfrm>
          <a:prstGeom prst="rect">
            <a:avLst/>
          </a:prstGeom>
          <a:solidFill>
            <a:srgbClr val="4170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554480" y="197510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应用层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197510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业务应用 + AI Agent 协作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371600" y="1463040"/>
            <a:ext cx="5943600" cy="438912"/>
          </a:xfrm>
          <a:prstGeom prst="rect">
            <a:avLst/>
          </a:prstGeom>
          <a:solidFill>
            <a:srgbClr val="4C82A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554480" y="14630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持续学习闭环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146304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决策捕获 → 规则优化 → 本体演进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89520" y="1097280"/>
            <a:ext cx="914400" cy="3383280"/>
          </a:xfrm>
          <a:prstGeom prst="rect">
            <a:avLst/>
          </a:prstGeom>
          <a:solidFill>
            <a:srgbClr val="D4AF7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589520" y="1645920"/>
            <a:ext cx="914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</a:t>
            </a:r>
          </a:p>
          <a:p>
            <a:pPr marL="0" indent="0" algn="ctr">
              <a:buNone/>
            </a:pPr>
            <a:r>
              <a:rPr lang="zh-CN" alt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治理（权限/审计/合规）贯穿所有层，不是单独一个阶段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企业本体论架构 × AI Agent 落地方法论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语义层：核心对象定义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产销统一业务语言 — 对象类型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279806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对象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英文名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核心职责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关键属性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供货组织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SupplyOrganization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货主，拥有库存和产能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region, capacity, product_lines, 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销售组织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SalesOrganization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卖货方，创建订单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type(直销/经销/项目), region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关联交易协议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IntercompanyAgreement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控制供货资格+转移价格+信用额度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transfer_price, credit_limit_amount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生产批次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ProductionBatch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归属供货组织的生产单元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qc_status, expiry_date, available_qty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成品库存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FinishedGoodsInventory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按货主×仓库×SKU 管理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available_qty, locked_qty, safety_stock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经销商订单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DealerOrder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连接销售组织和供货组织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allocation_strategy, priority, 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质检报告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QualityInspectionReport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批次放行依据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result, metrics, disposition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生产计划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ProductionPlan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补产排程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trigger_source, planned_qty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核心关系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供货组织 ──owns→ 库存 / 批次    |    销售组织 ←IntercompanyAgreement→ 供货组织    |    订单 ──allocates→ 批次</a:t>
            </a:r>
            <a:endParaRPr lang="en-US" sz="900" dirty="0"/>
          </a:p>
        </p:txBody>
      </p:sp>
      <p:sp>
        <p:nvSpPr>
          <p:cNvPr id="4" name="Text 4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企业本体论架构 × AI Agent 落地方法论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语义层：业务规则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显式建模的判断逻辑与约束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307238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规则名称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判断逻辑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触发动作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库存补货预警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available_quantity &lt; safety_stock → 触发对应供货组织排产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自动生成 ProductionPlan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自动择供规则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按距离最近 → transfer_price 最优 → 产能最充裕 排序，不拆行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系统自动匹配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信用额度管控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未结算金额 &gt; credit_limit_amount → 阻断分配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通知财务审批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质检放行前置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qc_status=passed 后才能入库；failed 批次不可分配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冻结并通知生产主管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临期优先出库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距 expiry_date &lt; 30 天 → 分配优先级最高（FIFO）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避免过期报废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产能缺口预警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预测需求 &gt; 剩余产能 + 库存 → 标记产能不足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建议跨组织调拨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协议到期预警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IntercompanyAgreement 到期前 30 天自动预警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通知商务续签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约束：订单只能分配 passed 批次 | 库存扣减只能通过 Action | suspended 供货组织不接受订单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企业本体论架构 × AI Agent 落地方法论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数据映射与实例化层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让多源数据成为可操作的业务对象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设计方法论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识别权威数据源 + 实体解析（Entity Resolution）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Federation（虚拟）vs 物化（复制）策略选择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增量/实时管道设计（CDC + 流处理）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数据质量规则前置到管道中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防水产销数据源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4173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ERP → 供货组织/销售组织/关联交易协议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→ 生产批次/车间执行数据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→ 成品库存（按货主×仓库×SKU）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经销商 CRM → DealerOrder/客户主数据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质检系统 → QualityInspectionReport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关键产出：可查询的实时产销对象实例 + 完整数据血缘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原始数据不再是孤立的表格，而是业务团队和 AI 可以直接理解和操作的对象。库存归属于供货组织（货主），销售组织通过 IntercompanyAgreement 获得调货资格。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企业本体论架构 × AI Agent 落地方法论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功能层：可执行的产销业务动作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围绕完整业务操作设计 Action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51560"/>
          <a:ext cx="8778240" cy="32918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业务语义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关键参数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约束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ReleaseBatchAfterQC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质检通过→入库→增加库存→生成追溯码→通知销售组织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batch_id, qc_report_id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幂等；qc=passed 前置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CreateDealerOrderAndAllocate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下单→自动择供（不拆行）→锁定库存→库存不足触发补产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sales_org_id, items[], strategy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检查 Agreement 有效性+额度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TriggerProductionReorder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基于缺口/预测为供货组织生成补产计划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supply_org_id, sku, qty, source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推荐需人工审批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QueryAvailableInventoryForOrder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查询销售组织可用库存（按供货组织分组+价格）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sales_org_id, product_sku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只返回有效协议范围内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GetProductionCapacityGap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计算供货组织未来N周产能缺口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supply_org_id, weeks_ahead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返回缺口明细+建议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设计原则：Action 围绕完整业务操作（非单属性更新） | 区分人类决策/自动化/Agent Action | 幂等+补偿机制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企业本体论架构 × AI Agent 落地方法论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治理侧柱：安全、合规与可审计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贯穿所有层的横切关注点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设计方法论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基于对象/属性的细粒度访问控制（ABAC）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目的驱动（Purpose-based）访问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全链路审计 + 决策捕获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数据主权与合规规则嵌入（数据安全法适配）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产销案例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41732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区域销售经理只能看到自己负责区域的 DealerOrder 和对应供货组织数据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IntercompanyAgreement 的 transfer_price 仅财务和供应链总监可见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所有 ReleaseBatchAfterQC 操作自动留痕（谁、何时、基于什么质检报告）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Agent 的每次 Action 调用记录完整上下文，可审计可回溯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为何不是独立层：治理不是"做完功能再加"，而是每一层设计时就嵌入的安全约束。放为侧柱更符合实际实施逻辑。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企业本体论架构 × AI Agent 落地方法论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接口层 + AI Agent 适配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Ontology 自动生成 Agent 可消费的接口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接口层职责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Ontology 定义自动生成强类型 SDK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REST / GraphQL / gRPC 协议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统一鉴权、错误处理、版本管理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自动暴露 Agent Tool Schema（Function Calling 格式）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需要的四层信息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34747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对象类型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09360" y="1463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有什么东西、什么含义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874520"/>
            <a:ext cx="3931920" cy="34747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874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关系定义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9360" y="1874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对象之间如何关联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3931920" cy="34747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业务规则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22860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什么条件触发什么判断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2697480"/>
            <a:ext cx="3931920" cy="34747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937760" y="26974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可执行操作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26974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能做什么、参数、约束、副作用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产销案例：AI Agent 通过 Tool Schema 安全调用 QueryAvailableInventoryForOrder() 和 CreateDealerOrderAndAllocate()，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无需关心底层 ERP/WMS/CRM 集成细节。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企业本体论架构 × AI Agent 落地方法论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应用层：业务应用与工作流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业务人员和 AI Agent 在同一套对象模型上协作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经销商实时库存看板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91840" y="10972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按供货组织分组展示可用库存 + 价格 + 自动补货预警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订单择供工作流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16459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自动择供（系统匹配）+ 手动拆行指定供货组织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质检放行工作流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1945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质检通过 → 一键放行 → 自动入库 → 通知销售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产销协同计划模拟器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7432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基于实时对象状态进行 what-if 分析（调产能/调库存）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40080" y="3291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产销助手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32918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自然语言查询库存/产能/订单状态 + 自动创建工单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公司间结算报表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38404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IntercompanyAgreement 自动汇总调货量×价格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关键价值：应用开发从"数据集成地狱"变成"业务逻辑编排"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企业本体论架构 × AI Agent 落地方法论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持续学习闭环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决策捕获 → 规则优化 → 本体演进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 Action 执行自动记录上下文 + 输入 + 输出 + 结果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人类-in-the-loop 评审机制（AI 推荐的补产计划需人工审批）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自动评估指标（择供准确率/库存周转/订单满足率）回写对象属性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 Ontology 演进 + 规则阈值调整 + 模型再训练触发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产销闭环案例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ReleaseBatchAfterQC 执行后 → 项目现场 App 反馈施工问题 → 自动回写 ProductionBatch 质量属性 → 影响未来质检规则阈值 → 生产计划模型优化 → 择供策略准确率持续提升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企业本体论架构 × AI Agent 落地方法论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本体层与 DDD 的关系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互补而非替代，增量成本极低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4688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DDD 产出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本体层映射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增量工作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聚合根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Object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加 description + 枚举语义说明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聚合内值对象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也暴露为 Object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DDD 藏着的，展开给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聚合间 ID 引用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显式关系定义 + 语义描述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写明方向、含义、基数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Service 规则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自然语言复述 + action_hint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翻译成 AI 可读格式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/ Method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Action（含意图 + 约束 + 副作用）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加 description + preconditions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结论：如果已有 DDD 设计，本体层就是把已有设计"翻译"给 AI，每个项目增量 2-4 小时。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企业本体论架构 × AI Agent 落地方法论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 三种落地方式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按复杂度递进选择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268833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Prompt 注入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Calling / Tool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知识库索引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做法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完整本体定义塞入 Prompt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 → Tool Schema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本体文档向量化检索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适合对象数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15 个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不限（几十到上百）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消耗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高（每次全量）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中（只传 Schema）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低（按需检索）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理解准确度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最高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取决于检索质量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维护成本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改文件即可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改代码+部署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改文件+重建索引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适合阶段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/ 试点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生产环境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大型平台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企业本体论架构 × AI Agent 落地方法论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推荐实施组合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三种方式组合使用，按阶段递进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项目级业务语义描述（本体定义文件）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 可执行的操作定义（Tool Schema）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知识库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跨项目复用的行业知识积累（中期建设）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实施顺序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现在就做：每个新项目多花 2-4 小时写 ontology.yaml（System Prompt）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每个项目标配：AI 功能后端接口规范化为 Tool Schema（Function Calling）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半年后建设：同行业项目积累 3+ 个后，构建行业知识向量库（RAG）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企业本体论架构 × AI Agent 落地方法论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 场景演示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产销协同中的真实对话场景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 1：「华东区 SBS 卷材还有多少库存可以卖？」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推理：查 IntercompanyAgreement → 确定可调货供货组织 → 分别查库存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回答：华东工厂可用 85 吨（3200元/吨）；华南工厂可调 120 吨（3400元/吨，运输 3 天）。华南额度剩余 200 万。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 2：「下个月华东工厂产能够不够？」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推理：调用 GetProductionCapacityGap(SO-EAST-01, 4周)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回答：第 2 周缺口 30 吨、第 3 周缺口 45 吨。建议华南工厂调拨支援或调整交付承诺。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 3：「本月华东销售从各工厂调了多少货？结算多少？」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推理：查 DealerOrder(本月) → 按 supply_org 分组 → 关联 Agreement 取 price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回答：华东工厂 300 吨×3200=96 万；华南工厂 80 吨×3400=27.2 万。合计 123.2 万。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企业本体论架构 × AI Agent 落地方法论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实施路线图（四阶段落地）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聚焦产销链条试点，快速见效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88720" cy="731520"/>
          </a:xfrm>
          <a:prstGeom prst="rect">
            <a:avLst/>
          </a:prstGeom>
          <a:solidFill>
            <a:srgbClr val="0B234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4-8 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0" y="10972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Storming + 核心域语义建模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（SupplyOrg / DealerOrder / IntercompanyAgreement）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188720" cy="731520"/>
          </a:xfrm>
          <a:prstGeom prst="rect">
            <a:avLst/>
          </a:prstGeom>
          <a:solidFill>
            <a:srgbClr val="0B234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周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19659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数据映射 + 最小 Actions 上线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（ReleaseBatchAfterQC + CreateDealerOrderAndAllocate）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System Prompt 注入 AI Agent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1188720" cy="731520"/>
          </a:xfrm>
          <a:prstGeom prst="rect">
            <a:avLst/>
          </a:prstGeom>
          <a:solidFill>
            <a:srgbClr val="0B234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2834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 + 接口 + 首批应用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（经销商库存看板、择供工作流、AI 产销助手）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Function Calling 标准化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1188720" cy="731520"/>
          </a:xfrm>
          <a:prstGeom prst="rect">
            <a:avLst/>
          </a:prstGeom>
          <a:solidFill>
            <a:srgbClr val="0B234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3703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反馈闭环 + RAG 知识库建设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全域推广（更多供货组织/销售组织接入）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企业本体论架构 × AI Agent 落地方法论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成功关键因素 &amp; ROI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成功关键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 champion + 跨职能 Ontology 小组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先从高价值产销域试点（供货组织+订单）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Storming 作为语义建模起点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设计围绕完整业务操作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IntercompanyAgreement 作为供货关系唯一真相源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 ROI 指标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25880"/>
          <a:ext cx="3931920" cy="19202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目标效果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0B2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产销协同响应速度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提升 40%+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批次释放周期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3-5天 → 1天内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库存周转率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提升 15-25%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择供准确率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持续提升至 85%+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新应用集成成本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下降 60%（建一次用多次）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4747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457200" y="3566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常见陷阱（要避免）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Silos（按源系统建 Object）| Kitchen Sink（属性堆砌）| God Object（一个类型塞太多）| Action Sprawl（零碎小动作）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企业本体论架构 × AI Agent 落地方法论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立即行动建议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本周：组织 1 次 Event Storming 工作坊（聚焦供货组织 + DealerOrder + IntercompanyAgreement）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本周：组建跨职能 Ontology 小组（业务+数据+架构+财务）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两周内：选择 1-2 个高价值产销场景作为 MVP 试点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一个月内：写出第一版 ontology.yaml + Tool Schema，AI Agent 开始试运行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持续：评估现有系统数据质量，为数据映射做准备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0"/>
            <a:ext cx="8229600" cy="0"/>
          </a:xfrm>
          <a:prstGeom prst="line">
            <a:avLst/>
          </a:prstGeom>
          <a:noFill/>
          <a:ln w="12700">
            <a:solidFill>
              <a:srgbClr val="D4AF7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D4AF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欢迎讨论具体落地细节与下一步计划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1715</Words>
  <Application>Microsoft Office PowerPoint</Application>
  <PresentationFormat>On-screen Show (16:9)</PresentationFormat>
  <Paragraphs>433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企业本体论架构 × AI Agent 落地方法论</dc:title>
  <dc:subject>PptxGenJS Presentation</dc:subject>
  <dc:creator>AI Dev Workspace</dc:creator>
  <cp:lastModifiedBy>Tan, Liping</cp:lastModifiedBy>
  <cp:revision>3</cp:revision>
  <dcterms:created xsi:type="dcterms:W3CDTF">2026-06-19T10:58:46Z</dcterms:created>
  <dcterms:modified xsi:type="dcterms:W3CDTF">2026-06-22T03:09:50Z</dcterms:modified>
</cp:coreProperties>
</file>